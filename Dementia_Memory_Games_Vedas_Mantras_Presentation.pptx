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Dementia &amp; Memory Support</a:t>
            </a:r>
          </a:p>
          <a:p>
            <a:pPr>
              <a:spcBef>
                <a:spcPts val="1800"/>
              </a:spcBef>
              <a:defRPr sz="2200">
                <a:solidFill>
                  <a:srgbClr val="DCEBE6"/>
                </a:solidFill>
              </a:defRPr>
            </a:pPr>
            <a:r>
              <a:t>Using culturally familiar memory games to support learning of traditional Vedas &amp; mantras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5DCA5"/>
                </a:solidFill>
              </a:defRPr>
            </a:pPr>
            <a:r>
              <a:t>A person-centred, respectful and non-competitive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use • Activities should be adapted to the person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1. What is Dementia?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Dementia is a syndrome caused by different diseases or injuries affecting the brain. It can progressively affect memory, thinking, behaviour, communication and everyday functioning.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It is NOT a normal or inevitable part of ageing.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Alzheimer’s disease is the most common cause; other causes include vascular dementia, dementia with Lewy bodies and frontotemporal dementia.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People experience dementia differently. The pattern and speed of change depend on the underlying condition and the individual.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Early identification can help with medical evaluation, planning, support and management of symptoms.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2. Why Does Dementia Happen?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Brain diseases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Neurodegenerative diseases can damage brain cells and networks involved in memory, language, judgement and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90472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Blood-vessel problems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Strokes and damage to brain blood vessels can reduce blood flow and injure areas important for thinking and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1490472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Other causes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Some dementias are associated with Lewy bodies, frontotemporal degeneration, Parkinson’s disease and other neurological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2044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85032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Risk factors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Age is the strongest known risk factor. Other factors can include cardiovascular disease, diabetes, smoking, physical inactivity, hearing loss and social/educational factors.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52044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685032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Important distinction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Risk factor ≠ guaranteed cause. Dementia usually results from a combination of biological, medical and environmental factors.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52044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3685032"/>
            <a:ext cx="3154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Medical evaluation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New or rapidly worsening memory problems should be assessed by a qualified healthcare professional because some contributors may be treatable.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3. Common Signs &amp;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Memory: forgetting recent conversations, events, appointments or newly learned information.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Thinking: difficulty planning, solving problems, calculating or making decisions.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Language: difficulty finding words, following conversations or expressing ideas.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Orientation: confusion about time, place or familiar surroundings.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Daily activities: increasing difficulty with cooking, shopping, managing medicines, finances or personal care.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Behaviour and mood: withdrawal, anxiety, irritability, repetition, sleep changes or other personality/behaviour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4. Stages of Dementia — A General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EARLY / MILD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• Mild but noticeable memory problems</a:t>
            </a:r>
            <a:br/>
            <a:r>
              <a:t>• Difficulty recalling names or recent information</a:t>
            </a:r>
            <a:br/>
            <a:r>
              <a:t>• Trouble with planning or complex tasks</a:t>
            </a:r>
            <a:br/>
            <a:r>
              <a:t>• May still be largely independent</a:t>
            </a:r>
            <a:br/>
            <a:r>
              <a:t>• Familiar routines and meaningful interests can remain strong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90472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MIDDLE / MODERATE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• Memory and communication difficulties increase</a:t>
            </a:r>
            <a:br/>
            <a:r>
              <a:t>• More help needed with daily activities</a:t>
            </a:r>
            <a:br/>
            <a:r>
              <a:t>• Repetition and confusion may increase</a:t>
            </a:r>
            <a:br/>
            <a:r>
              <a:t>• Behaviour or mood changes can occur</a:t>
            </a:r>
            <a:br/>
            <a:r>
              <a:t>• Simple, structured activities are often easier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1490472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LATE / SEVERE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• Extensive help with personal care</a:t>
            </a:r>
            <a:br/>
            <a:r>
              <a:t>• Major communication and recognition difficulties</a:t>
            </a:r>
            <a:br/>
            <a:r>
              <a:t>• Mobility and swallowing may become affected</a:t>
            </a:r>
            <a:br/>
            <a:r>
              <a:t>• Focus shifts toward comfort, dignity and connection</a:t>
            </a:r>
            <a:br/>
            <a:r>
              <a:t>• Activities should be short, familiar and sensory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Stages overlap; progression varies greatly between individuals.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5. How Memory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Short-term / new learning is often affected early: a person may forget something that happened recently.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Long-established memories can sometimes remain accessible for longer, especially emotionally meaningful memories.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Attention and processing speed may make learning harder even when the person understands the activity.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Repetition, routine, cues and familiar sensory experiences can make participation easier.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Success should be measured by engagement, enjoyment, confidence and connection — not only by how many items are remembered.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6. Why Use Vedas &amp; Mantras as Familiar Memory Activities?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Familiar recitation can connect with long-established memories, language patterns, rhythm and personal identity.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Rhythm, repetition and predictable sequences provide useful cues for recall and attention.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Group recitation can encourage communication, social connection and a sense of belonging.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Traditional sounds, stories and meanings can support reminiscence and conversation when they are personally meaningful to the participant.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IMPORTANT: the goal is not to test religious knowledge or force recitation. Participation should always be voluntary, respectful and adapted to the person’s beliefs and preferences.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7. Memory Game 1 — Mantra Sequence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Materials: large cards containing short, familiar lines or cue words from a mantra the participant already knows.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Step 1: Show 3 cards in the correct order and read them together.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Step 2: Mix the cards and ask the participant to arrange them back in order.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Step 3: Gradually increase the number of cards only if the person is comfortable.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Use large print, high contrast and one idea per card. Give plenty of time and gentle prompts.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Scoring is optional. Praise effort and recognition rather than correcting every mistake.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8. Memory Game 2 — Missing Word / Sound 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Choose a familiar, short mantra or chant that the participant already recognizes.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Recite it together, then pause before a familiar word or phrase and allow the participant to complete it if they wish.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Use a visual cue card, first sound, hand gesture or rhythmic tap when needed.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Begin with very easy gaps; increase difficulty slowly.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Do not pressure the participant if they cannot recall the word. Simply provide the word and continue together.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Goal: strengthen attention, retrieval cues and confidence through repeated successful experiences.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9. Memory Game 3 — Rhythm &amp; Clap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Create a simple, safe rhythm using claps or gentle table taps: e.g., 2 slow taps → pause → 2 taps.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Ask the participant to copy the pattern.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Connect the rhythm to a familiar line of a mantra or chant.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Start with 2–3 beats and progress only when the person enjoys it.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Use the same rhythm as a cue for the same section each time.</a:t>
            </a:r>
          </a:p>
          <a:p>
            <a:pPr>
              <a:spcAft>
                <a:spcPts val="900"/>
              </a:spcAft>
              <a:defRPr sz="1900" b="0">
                <a:solidFill>
                  <a:srgbClr val="282D32"/>
                </a:solidFill>
              </a:defRPr>
            </a:pPr>
            <a:r>
              <a:t>Benefit: combines auditory attention, sequencing, movement and repetition.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10. Memory Game 4 — Picture / Object 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Select culturally familiar, safe objects or pictures related to the person’s memories: a prayer book, bell, lamp image, family photo, temple image, flowers, or other personally meaningful items.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Place 3–5 items on a table. Name each item together.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Cover or remove one item and ask: “Which one is missing?”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Next, connect one object to one mantra or story cue.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Keep the number of items small and repeat the same set over several sessions.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Personal familiarity matters more than the religious content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11. Memory Game 5 — Story Chain: Veda → Meaning →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Choose a very short, familiar concept, story or theme associated with the person’s tradition.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Create a 3-part chain: KEY WORD → SIMPLE MEANING → PERSONAL MEMORY.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Example structure: “Agni” → “fire” → “a festival or family memory involving a lamp/fire.”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Ask gentle questions: “What does this remind you of?” or “Who used to say this with you?”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Accept any related memory. The purpose is reminiscence and conversation, not factual examination.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This approach can combine semantic memory, autobiographical memory, language and social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12. Memory Game 6 — Match the Mantra to the 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Prepare 3–5 large cue cards: a word, simple symbol, picture or theme connected to familiar chants.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Prepare matching cards with the corresponding mantra/chant names or short identifiers.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Ask the participant to match each cue with the familiar chant.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Then say the first few words together and invite continuation only if comfortable.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For group sessions, let participants help one another rather than competing.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Repeat the same matching set across sessions before introducing new material.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13. Adapting Activities to Dementia Stage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EARLY / MILD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Use 5–10 items, simple sequencing, short recall challenges and conversation. Let the person choose the mantra or theme.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90472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MIDDLE / MODERATE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Use 2–4 items, repeated routines, visual/audio cues and familiar chants. Keep instructions to one step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1490472"/>
            <a:ext cx="3154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LATE / SEVERE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Focus on listening, gentle rhythm, familiar voices, sensory cues and emotional connection. No memory test is necessary.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14. Best Practices for Caregivers / Facilitators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Keep sessions short, calm and predictable; stop when the person becomes tired, distressed or frustrated.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Use one instruction at a time and demonstrate rather than giving long explanations.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Give extra response time. Avoid saying “You should remember this.”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Use familiar language, large-print materials and comfortable volume.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Celebrate participation: listening, humming, pointing, smiling or joining briefly can all be meaningful.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Never turn the activity into an exam. Dementia is not a failure of effort or character.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Coordinate with family/caregivers and healthcare professionals when designing activities for an individual.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15. Sample 20-Minute Session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22402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0–3 MIN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Greeting + orientation</a:t>
            </a:r>
            <a:br/>
            <a:r>
              <a:t>“Good morning. Today we will listen and recite together.”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2588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90472"/>
            <a:ext cx="22402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3–7 MIN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Warm-up</a:t>
            </a:r>
            <a:br/>
            <a:r>
              <a:t>Simple rhythm, humming or familiar opening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90472"/>
            <a:ext cx="22402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7–14 MIN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Main game</a:t>
            </a:r>
            <a:br/>
            <a:r>
              <a:t>Sequence cards OR missing-word cues.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2588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490472"/>
            <a:ext cx="22402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14–18 MIN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Reminiscence</a:t>
            </a:r>
            <a:br/>
            <a:r>
              <a:t>Ask about a related family, festival or childhood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61188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776472"/>
            <a:ext cx="22402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18–20 MIN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Closing</a:t>
            </a:r>
            <a:br/>
            <a:r>
              <a:t>Repeat a familiar line and thank the participant.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394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76472"/>
            <a:ext cx="50292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27A7A"/>
                </a:solidFill>
              </a:defRPr>
            </a:pPr>
            <a:r>
              <a:t>Record gently</a:t>
            </a:r>
          </a:p>
          <a:p>
            <a:pPr>
              <a:spcBef>
                <a:spcPts val="600"/>
              </a:spcBef>
              <a:defRPr sz="1300">
                <a:solidFill>
                  <a:srgbClr val="282D32"/>
                </a:solidFill>
              </a:defRPr>
            </a:pPr>
            <a:r>
              <a:t>Note engagement, preferred cues, fatigue and what worked. Avoid judging the person only by correct answers.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16.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Dementia is a brain-related syndrome, not normal ageing, and it affects each person differently.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The three-stage model — early, middle and late — is a useful guide, not a rigid timetable.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Familiar music, rhythm, language, stories and culturally meaningful practices can be valuable engagement tools.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Veda/mantra activities should be voluntary, respectful and personalised; they should support connection rather than test memory.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Use repetition + cues + simple steps + patience + positive feedback.</a:t>
            </a:r>
          </a:p>
          <a:p>
            <a:pPr>
              <a:spcAft>
                <a:spcPts val="900"/>
              </a:spcAft>
              <a:defRPr sz="2000" b="0">
                <a:solidFill>
                  <a:srgbClr val="282D32"/>
                </a:solidFill>
              </a:defRPr>
            </a:pPr>
            <a:r>
              <a:t>The best outcome is meaningful participation, dignity, comfort and connection — not perfect recall.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References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World Health Organization (WHO). Dementia — overview, symptoms, causes, care and public-health information.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Alzheimer’s Association. Stages of Alzheimer’s: early, middle and late stages; guidance on changes in memory, behaviour and daily functioning.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Alzheimer’s Society (UK). Cognitive stimulation therapy and approaches for supporting memory loss.</a:t>
            </a:r>
          </a:p>
          <a:p>
            <a:pPr>
              <a:spcAft>
                <a:spcPts val="900"/>
              </a:spcAft>
              <a:defRPr sz="1800" b="0">
                <a:solidFill>
                  <a:srgbClr val="282D32"/>
                </a:solidFill>
              </a:defRPr>
            </a:pPr>
            <a:r>
              <a:t>Note: Dementia has multiple causes and the activities in this presentation are supportive engagement ideas, not a cure or a substitute for medical care.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74536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Educational presentation • Dementia, memory support &amp; traditional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